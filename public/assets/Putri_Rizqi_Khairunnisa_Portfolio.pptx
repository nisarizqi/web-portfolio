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944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-1188720"/>
            <a:ext cx="3840480" cy="3840480"/>
          </a:xfrm>
          <a:prstGeom prst="ellipse">
            <a:avLst/>
          </a:prstGeom>
          <a:solidFill>
            <a:srgbClr val="6C5CE7">
              <a:alpha val="12000"/>
            </a:srgbClr>
          </a:solidFill>
          <a:ln w="12700">
            <a:solidFill>
              <a:srgbClr val="A29BF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377440" cy="2377440"/>
          </a:xfrm>
          <a:prstGeom prst="ellipse">
            <a:avLst/>
          </a:prstGeom>
          <a:solidFill>
            <a:srgbClr val="17C3A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91840"/>
            <a:ext cx="2743200" cy="2743200"/>
          </a:xfrm>
          <a:prstGeom prst="ellipse">
            <a:avLst/>
          </a:prstGeom>
          <a:solidFill>
            <a:srgbClr val="6C5CE7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3200400"/>
            <a:ext cx="82296" cy="82296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3566160"/>
            <a:ext cx="54864" cy="54864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3931920"/>
            <a:ext cx="45720" cy="45720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914400"/>
            <a:ext cx="54864" cy="54864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05156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17C3A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•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Putri Rizqi</a:t>
            </a:r>
            <a:endParaRPr lang="en-US" sz="46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Khairunnisa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" y="29992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792" y="3520440"/>
            <a:ext cx="85587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29BFE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520440"/>
            <a:ext cx="8558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23974" y="3520440"/>
            <a:ext cx="1580083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29BFE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3974" y="3520440"/>
            <a:ext cx="15800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(Kotlin)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0362" y="3520440"/>
            <a:ext cx="936346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29BFE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0362" y="3520440"/>
            <a:ext cx="936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3011" y="3520440"/>
            <a:ext cx="1821485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A29BFE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3011" y="3520440"/>
            <a:ext cx="1821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Integration</a:t>
            </a:r>
            <a:endParaRPr lang="en-US" sz="10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21792" y="4434840"/>
            <a:ext cx="173736" cy="17373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9536" y="4389120"/>
            <a:ext cx="7269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9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652" y="4434840"/>
            <a:ext cx="173736" cy="17373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025396" y="4389120"/>
            <a:ext cx="1824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khairunnisaaptr@gmail.com</a:t>
            </a:r>
            <a:endParaRPr lang="en-US" sz="95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0792" y="4434840"/>
            <a:ext cx="173736" cy="1737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288536" y="438912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github.com/nisarizqi</a:t>
            </a:r>
            <a:endParaRPr lang="en-US" sz="9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1032" y="4434840"/>
            <a:ext cx="173736" cy="1737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208776" y="4389120"/>
            <a:ext cx="1961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linkedin.com/in/putririzqik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80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Building mobile experiences</a:t>
            </a:r>
            <a:endParaRPr lang="en-US" sz="2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with heart &amp; precision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069580" y="553212"/>
            <a:ext cx="502920" cy="502920"/>
          </a:xfrm>
          <a:prstGeom prst="ellipse">
            <a:avLst/>
          </a:prstGeom>
          <a:solidFill>
            <a:srgbClr val="17C3A2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240780" y="2610612"/>
            <a:ext cx="292608" cy="292608"/>
          </a:xfrm>
          <a:prstGeom prst="ellipse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71332" y="2857500"/>
            <a:ext cx="73152" cy="73152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515100" y="873252"/>
            <a:ext cx="1874520" cy="1874520"/>
          </a:xfrm>
          <a:prstGeom prst="ellipse">
            <a:avLst/>
          </a:prstGeom>
          <a:solidFill>
            <a:srgbClr val="EDEBFB"/>
          </a:solidFill>
          <a:ln w="22225">
            <a:solidFill>
              <a:srgbClr val="6C5CE7"/>
            </a:solidFill>
            <a:prstDash val="dash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1499616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15100" y="19933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Photo Here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15100" y="28757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photo, min 500×500px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1938528"/>
            <a:ext cx="512064" cy="512064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0574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193852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Mobile Apps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143000" y="2231136"/>
            <a:ext cx="5257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Developer with experience building production-ready mobile applications using Flutter and Android technologies.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907792"/>
            <a:ext cx="512064" cy="512064"/>
          </a:xfrm>
          <a:prstGeom prst="ellipse">
            <a:avLst/>
          </a:prstGeom>
          <a:solidFill>
            <a:srgbClr val="0EA98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02666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90779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&amp; APIs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43000" y="3200400"/>
            <a:ext cx="7360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 developing enterprise internal systems, RESTful APIs, and integrating AI-based features such as biometric authentication, facial recognition, and location-based services.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822192"/>
            <a:ext cx="512064" cy="512064"/>
          </a:xfrm>
          <a:prstGeom prst="ellipse">
            <a:avLst/>
          </a:prstGeom>
          <a:solidFill>
            <a:srgbClr val="5344D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94106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382219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User-Centered Craft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143000" y="4114800"/>
            <a:ext cx="7360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 building scalable, efficient, and user-centered mobile solutions.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6150CC9-3742-04C8-BF7A-0778AD4032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929" t="36845" r="17674" b="17542"/>
          <a:stretch>
            <a:fillRect/>
          </a:stretch>
        </p:blipFill>
        <p:spPr>
          <a:xfrm>
            <a:off x="6537356" y="888851"/>
            <a:ext cx="1837944" cy="1839253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 Work With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691640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8196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7190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3225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•  Kotlin  •  Jetpack Compose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536192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82896" y="1691640"/>
            <a:ext cx="566928" cy="566928"/>
          </a:xfrm>
          <a:prstGeom prst="ellipse">
            <a:avLst/>
          </a:prstGeom>
          <a:solidFill>
            <a:srgbClr val="0EA98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81965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7190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0" y="232257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 •  RESTful API  •  MySQL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" y="3218688"/>
            <a:ext cx="566928" cy="566928"/>
          </a:xfrm>
          <a:prstGeom prst="ellipse">
            <a:avLst/>
          </a:prstGeom>
          <a:solidFill>
            <a:srgbClr val="5344D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34670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Machine Learning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38496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  •  PyTorch  •  Image Processing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063240"/>
            <a:ext cx="3977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82896" y="3218688"/>
            <a:ext cx="566928" cy="566928"/>
          </a:xfrm>
          <a:prstGeom prst="ellipse">
            <a:avLst/>
          </a:prstGeom>
          <a:solidFill>
            <a:srgbClr val="3B348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34670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0408" y="32461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Workflow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0" y="384962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•  Postman  •  Android Studio  •  Figma  •  VS Code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Featured Mobile Projects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E1B4B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618488"/>
            <a:ext cx="566928" cy="566928"/>
          </a:xfrm>
          <a:prstGeom prst="ellipse">
            <a:avLst/>
          </a:prstGeom>
          <a:solidFill>
            <a:srgbClr val="17C3A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55648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25880" y="170078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7C3A2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17007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PROJECT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2267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SoloHRIS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615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Attendance System — production mobile app for employee attendance.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108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Flutter from scratch</a:t>
            </a:r>
            <a:endParaRPr lang="en-US" sz="970" dirty="0"/>
          </a:p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REST API using Laravel</a:t>
            </a:r>
            <a:endParaRPr lang="en-US" sz="970" dirty="0"/>
          </a:p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biometric login, face recognition, GPS attendance</a:t>
            </a:r>
            <a:endParaRPr lang="en-US" sz="970" dirty="0"/>
          </a:p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internal employee operations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777240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7C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 •   Laravel   •   ML Kit   •   MySQL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44475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37176" y="1618488"/>
            <a:ext cx="566928" cy="56692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755648"/>
            <a:ext cx="292608" cy="2926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532120" y="170078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/>
        </p:spPr>
      </p:sp>
      <p:sp>
        <p:nvSpPr>
          <p:cNvPr id="18" name="Text 14"/>
          <p:cNvSpPr/>
          <p:nvPr/>
        </p:nvSpPr>
        <p:spPr>
          <a:xfrm>
            <a:off x="5532120" y="1700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60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CAPSTONE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983480" y="2267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Bersih.Kan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983480" y="2615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Management Platform — capstone project for Bangkit Academy.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983480" y="31089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using Jetpack Compose</a:t>
            </a:r>
            <a:endParaRPr lang="en-US" sz="970" dirty="0"/>
          </a:p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ML-based waste classification</a:t>
            </a:r>
            <a:endParaRPr lang="en-US" sz="970" dirty="0"/>
          </a:p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with 10+ screens</a:t>
            </a:r>
            <a:endParaRPr lang="en-US" sz="970" dirty="0"/>
          </a:p>
          <a:p>
            <a:pPr marL="152400" indent="-152400">
              <a:lnSpc>
                <a:spcPct val="118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among Top 50 Capstone Projects</a:t>
            </a:r>
            <a:endParaRPr lang="en-US" sz="970" dirty="0"/>
          </a:p>
        </p:txBody>
      </p:sp>
      <p:sp>
        <p:nvSpPr>
          <p:cNvPr id="22" name="Text 18"/>
          <p:cNvSpPr/>
          <p:nvPr/>
        </p:nvSpPr>
        <p:spPr>
          <a:xfrm>
            <a:off x="4983480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  •   Jetpack Compose   •   ML API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Machine Learning &amp; Research Projects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618488"/>
            <a:ext cx="566928" cy="566928"/>
          </a:xfrm>
          <a:prstGeom prst="ellipse">
            <a:avLst/>
          </a:prstGeom>
          <a:solidFill>
            <a:srgbClr val="5344D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55648"/>
            <a:ext cx="29260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25880" y="170078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17007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7240" y="22677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 Blood Cell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Segmentation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segmentation using deep learning.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34670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with ResNet34 backbone</a:t>
            </a:r>
            <a:endParaRPr lang="en-US" sz="97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Gated Attention + SE Block</a:t>
            </a:r>
            <a:endParaRPr lang="en-US" sz="97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96.06% Dice Score</a:t>
            </a:r>
            <a:endParaRPr lang="en-US" sz="970" dirty="0"/>
          </a:p>
        </p:txBody>
      </p:sp>
      <p:sp>
        <p:nvSpPr>
          <p:cNvPr id="13" name="Text 10"/>
          <p:cNvSpPr/>
          <p:nvPr/>
        </p:nvSpPr>
        <p:spPr>
          <a:xfrm>
            <a:off x="777240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PyTorch   •   Deep Learning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444752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37176" y="1618488"/>
            <a:ext cx="566928" cy="566928"/>
          </a:xfrm>
          <a:prstGeom prst="ellipse">
            <a:avLst/>
          </a:prstGeom>
          <a:solidFill>
            <a:srgbClr val="0EA98C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755648"/>
            <a:ext cx="292608" cy="2926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532120" y="170078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3FBF5"/>
          </a:solidFill>
          <a:ln/>
        </p:spPr>
      </p:sp>
      <p:sp>
        <p:nvSpPr>
          <p:cNvPr id="18" name="Text 14"/>
          <p:cNvSpPr/>
          <p:nvPr/>
        </p:nvSpPr>
        <p:spPr>
          <a:xfrm>
            <a:off x="5532120" y="170078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80" dirty="0">
                <a:solidFill>
                  <a:srgbClr val="0E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RESEARCH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983480" y="22677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Plant Recommendation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983480" y="2926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system for plant recommendation.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983480" y="334670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classification model</a:t>
            </a:r>
            <a:endParaRPr lang="en-US" sz="97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using Artificial Bee Colony algorithm</a:t>
            </a:r>
            <a:endParaRPr lang="en-US" sz="970" dirty="0"/>
          </a:p>
          <a:p>
            <a:pPr marL="152400" indent="-152400">
              <a:lnSpc>
                <a:spcPct val="120000"/>
              </a:lnSpc>
              <a:spcAft>
                <a:spcPts val="300"/>
              </a:spcAft>
              <a:buSzPct val="100000"/>
              <a:buChar char="●"/>
            </a:pPr>
            <a:r>
              <a:rPr lang="en-US" sz="970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 over baseline</a:t>
            </a:r>
            <a:endParaRPr lang="en-US" sz="970" dirty="0"/>
          </a:p>
        </p:txBody>
      </p:sp>
      <p:sp>
        <p:nvSpPr>
          <p:cNvPr id="22" name="Text 18"/>
          <p:cNvSpPr/>
          <p:nvPr/>
        </p:nvSpPr>
        <p:spPr>
          <a:xfrm>
            <a:off x="4983480" y="42611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E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Scikit-learn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SoloHRIS — Project Deep Dive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attendance system mobile application for employees.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977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73936"/>
            <a:ext cx="402336" cy="402336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8745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22311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system was web-based and inefficient; manual attendance caused delays and inconsistencies.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709160" y="1664208"/>
            <a:ext cx="3977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773936"/>
            <a:ext cx="402336" cy="402336"/>
          </a:xfrm>
          <a:prstGeom prst="ellipse">
            <a:avLst/>
          </a:prstGeom>
          <a:solidFill>
            <a:srgbClr val="0EA98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87452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937760" y="22311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mobile-first attendance system with biometric + facial recognition + GPS validation.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57200" y="2816352"/>
            <a:ext cx="3977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926080"/>
            <a:ext cx="402336" cy="402336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02666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2935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85800" y="3383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(Mobile App)  •  Laravel (Backend API)  •  Google ML Kit (Face Recognition)  •  MySQL (Database)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4709160" y="2816352"/>
            <a:ext cx="39776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2926080"/>
            <a:ext cx="402336" cy="402336"/>
          </a:xfrm>
          <a:prstGeom prst="ellipse">
            <a:avLst/>
          </a:prstGeom>
          <a:solidFill>
            <a:srgbClr val="5344D6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624" y="3026664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67528" y="29352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937760" y="3383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mobile development, API integration, and feature development for biometric, GPS, and authentication.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457200" y="40416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E1B4B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1538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4041648"/>
            <a:ext cx="7360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7C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100" dirty="0">
                <a:solidFill>
                  <a:srgbClr val="F0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internal attendance workflow efficiency and reduced manual processing dependency.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Experience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86384" y="1645920"/>
            <a:ext cx="0" cy="3063240"/>
          </a:xfrm>
          <a:prstGeom prst="line">
            <a:avLst/>
          </a:prstGeom>
          <a:noFill/>
          <a:ln w="19050">
            <a:solidFill>
              <a:srgbClr val="D6D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53896"/>
            <a:ext cx="384048" cy="38404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4533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BPR Bank Solo (Perseroda)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720840" y="146304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/>
        </p:spPr>
      </p:sp>
      <p:sp>
        <p:nvSpPr>
          <p:cNvPr id="10" name="Text 7"/>
          <p:cNvSpPr/>
          <p:nvPr/>
        </p:nvSpPr>
        <p:spPr>
          <a:xfrm>
            <a:off x="6720840" y="14630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– Present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1143000" y="17282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Staff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43000" y="198424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SoloHRIS, internal Flutter-based attendance system</a:t>
            </a:r>
            <a:endParaRPr lang="en-US" sz="950" dirty="0"/>
          </a:p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REST APIs using Laravel</a:t>
            </a:r>
            <a:endParaRPr lang="en-US" sz="950" dirty="0"/>
          </a:p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biometric login, facial verification, GPS attendance</a:t>
            </a:r>
            <a:endParaRPr lang="en-US" sz="950" dirty="0"/>
          </a:p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IT support and system maintenance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2688336"/>
            <a:ext cx="384048" cy="384048"/>
          </a:xfrm>
          <a:prstGeom prst="ellipse">
            <a:avLst/>
          </a:prstGeom>
          <a:solidFill>
            <a:srgbClr val="0EA98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7977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DTIK UNS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720840" y="269748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/>
        </p:spPr>
      </p:sp>
      <p:sp>
        <p:nvSpPr>
          <p:cNvPr id="17" name="Text 13"/>
          <p:cNvSpPr/>
          <p:nvPr/>
        </p:nvSpPr>
        <p:spPr>
          <a:xfrm>
            <a:off x="6720840" y="26974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 – Dec 2024</a:t>
            </a:r>
            <a:endParaRPr lang="en-US" sz="870" dirty="0"/>
          </a:p>
        </p:txBody>
      </p:sp>
      <p:sp>
        <p:nvSpPr>
          <p:cNvPr id="18" name="Text 14"/>
          <p:cNvSpPr/>
          <p:nvPr/>
        </p:nvSpPr>
        <p:spPr>
          <a:xfrm>
            <a:off x="1143000" y="296265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 Intern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143000" y="321868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technical specifications for academic systems</a:t>
            </a:r>
            <a:endParaRPr lang="en-US" sz="950" dirty="0"/>
          </a:p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 to improve usability and workflow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94360" y="3557016"/>
            <a:ext cx="384048" cy="384048"/>
          </a:xfrm>
          <a:prstGeom prst="ellipse">
            <a:avLst/>
          </a:prstGeom>
          <a:solidFill>
            <a:srgbClr val="5344D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48456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Sebelas Maret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720840" y="3566160"/>
            <a:ext cx="1965960" cy="256032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/>
        </p:spPr>
      </p:sp>
      <p:sp>
        <p:nvSpPr>
          <p:cNvPr id="24" name="Text 19"/>
          <p:cNvSpPr/>
          <p:nvPr/>
        </p:nvSpPr>
        <p:spPr>
          <a:xfrm>
            <a:off x="6720840" y="35661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534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2024 – Jun 2024</a:t>
            </a:r>
            <a:endParaRPr lang="en-US" sz="870" dirty="0"/>
          </a:p>
        </p:txBody>
      </p:sp>
      <p:sp>
        <p:nvSpPr>
          <p:cNvPr id="25" name="Text 20"/>
          <p:cNvSpPr/>
          <p:nvPr/>
        </p:nvSpPr>
        <p:spPr>
          <a:xfrm>
            <a:off x="1143000" y="383133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E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Assistant — Android Development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143000" y="408736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50+ students in Android development</a:t>
            </a:r>
            <a:endParaRPr lang="en-US" sz="950" dirty="0"/>
          </a:p>
          <a:p>
            <a:pPr marL="127000" indent="-127000">
              <a:lnSpc>
                <a:spcPct val="115000"/>
              </a:lnSpc>
              <a:spcAft>
                <a:spcPts val="200"/>
              </a:spcAft>
              <a:buSzPct val="100000"/>
              <a:buChar char="●"/>
            </a:pPr>
            <a:r>
              <a:rPr lang="en-US" sz="95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150+ assignments and projects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266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Certifications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across mobile, cloud, and programming fundamentals.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587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21892" y="2203704"/>
            <a:ext cx="658368" cy="658368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196" y="23500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0632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Certification for Android (DCA)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Dicoding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73552" y="1965960"/>
            <a:ext cx="2587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38244" y="2203704"/>
            <a:ext cx="658368" cy="658368"/>
          </a:xfrm>
          <a:prstGeom prst="ellipse">
            <a:avLst/>
          </a:prstGeom>
          <a:solidFill>
            <a:srgbClr val="0EA98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548" y="23500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56432" y="30632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Bangkit Academy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56432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GoTo, Traveloka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9904" y="1965960"/>
            <a:ext cx="2587752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352F8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54596" y="2203704"/>
            <a:ext cx="658368" cy="658368"/>
          </a:xfrm>
          <a:prstGeom prst="ellipse">
            <a:avLst/>
          </a:prstGeom>
          <a:solidFill>
            <a:srgbClr val="5344D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35000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2784" y="30632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A2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Coding Bootcamp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72784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Progate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4828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Putri Rizqi Khairunnisa  •  Mobile Application Developer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8275320" y="4828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8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291840" cy="3291840"/>
          </a:xfrm>
          <a:prstGeom prst="ellipse">
            <a:avLst/>
          </a:prstGeom>
          <a:solidFill>
            <a:srgbClr val="6C5CE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17C3A2">
              <a:alpha val="9000"/>
            </a:srgbClr>
          </a:solidFill>
          <a:ln w="12700">
            <a:solidFill>
              <a:srgbClr val="A29BFE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4206240"/>
            <a:ext cx="64008" cy="64008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3931920"/>
            <a:ext cx="45720" cy="45720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38160" y="914400"/>
            <a:ext cx="54864" cy="54864"/>
          </a:xfrm>
          <a:prstGeom prst="ellipse">
            <a:avLst/>
          </a:prstGeom>
          <a:solidFill>
            <a:srgbClr val="17C3A2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46120" y="86868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7C3A2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868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Let's build impactful</a:t>
            </a:r>
            <a:endParaRPr lang="en-US" sz="27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mobile solutions together.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525780" y="28803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29BFE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306324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316382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2940" y="36576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C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722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khairunnisaaptr@gmail.com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14700" y="28803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29BFE">
                <a:alpha val="4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3400" y="306324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3163824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36576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C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0614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linkedin.com/in/putririzqik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103620" y="2880360"/>
            <a:ext cx="251460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29BFE">
                <a:alpha val="45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32320" y="3063240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4" y="316382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40780" y="36576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C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195060" y="3886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github.com/nisarizqi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652</Words>
  <Application>Microsoft Office PowerPoint</Application>
  <PresentationFormat>On-screen Show (16:9)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Putri Rizqi Khairunnisa - Portfolio</dc:title>
  <dc:subject>PptxGenJS Presentation</dc:subject>
  <dc:creator>Putri Rizqi Khairunnisa</dc:creator>
  <cp:lastModifiedBy>BANK SOLO</cp:lastModifiedBy>
  <cp:revision>2</cp:revision>
  <dcterms:created xsi:type="dcterms:W3CDTF">2026-07-03T04:22:10Z</dcterms:created>
  <dcterms:modified xsi:type="dcterms:W3CDTF">2026-07-29T06:57:16Z</dcterms:modified>
</cp:coreProperties>
</file>